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0:00 – 0:20  (20s)</a:t>
            </a:r>
            <a:endParaRPr lang="en-US" dirty="0"/>
          </a:p>
          <a:p>
            <a:r>
              <a:rPr lang="en-US" dirty="0"/>
              <a:t>Hello everyone. My name is Hugo Ramos.</a:t>
            </a:r>
            <a:endParaRPr lang="en-US" dirty="0"/>
          </a:p>
          <a:p>
            <a:r>
              <a:rPr lang="en-US" dirty="0"/>
              <a:t>This project is ARCAD3X. It is an arcade game with data tracking.</a:t>
            </a:r>
            <a:endParaRPr lang="en-US" dirty="0"/>
          </a:p>
          <a:p>
            <a:r>
              <a:rPr lang="en-US" dirty="0"/>
              <a:t>The game is called Space Invaders 3: Last Night. I built it with Melissa Sbibih.</a:t>
            </a:r>
            <a:endParaRPr lang="en-US" dirty="0"/>
          </a:p>
          <a:p>
            <a:r>
              <a:rPr lang="en-US" dirty="0"/>
              <a:t>In eight minutes, I will show you our full-stack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0:20 – 1:00  (40s)</a:t>
            </a:r>
            <a:endParaRPr lang="en-US" dirty="0"/>
          </a:p>
          <a:p>
            <a:r>
              <a:rPr lang="en-US" dirty="0"/>
              <a:t>First, the team. We are two full-stack game developers.</a:t>
            </a:r>
            <a:endParaRPr lang="en-US" dirty="0"/>
          </a:p>
          <a:p>
            <a:r>
              <a:rPr lang="en-US" dirty="0"/>
              <a:t>I worked on the gameplay, the visuals, and the speed of the game. I also did the Docker part and the deployment.</a:t>
            </a:r>
            <a:endParaRPr lang="en-US" dirty="0"/>
          </a:p>
          <a:p>
            <a:r>
              <a:rPr lang="en-US" dirty="0"/>
              <a:t>Melissa worked on the architecture and the data. She also did the documentation and the tests.</a:t>
            </a:r>
            <a:endParaRPr lang="en-US" dirty="0"/>
          </a:p>
          <a:p>
            <a:r>
              <a:rPr lang="en-US" dirty="0"/>
              <a:t>The project has three parts: a 2D arcade game, a secure REST API with login, and a web dashboard for stats.</a:t>
            </a:r>
            <a:endParaRPr lang="en-US" dirty="0"/>
          </a:p>
          <a:p>
            <a:r>
              <a:rPr lang="en-US" dirty="0"/>
              <a:t>Docker Compose runs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1:00 – 1:45  (45s)</a:t>
            </a:r>
            <a:endParaRPr lang="en-US" dirty="0"/>
          </a:p>
          <a:p>
            <a:r>
              <a:rPr lang="en-US" dirty="0"/>
              <a:t>Where did the idea come from? Classic arcade games are fun. But when you die, everything is lost.</a:t>
            </a:r>
            <a:endParaRPr lang="en-US" dirty="0"/>
          </a:p>
          <a:p>
            <a:r>
              <a:rPr lang="en-US" dirty="0"/>
              <a:t>No score history. No progress. You cannot compare with other players.</a:t>
            </a:r>
            <a:endParaRPr lang="en-US" dirty="0"/>
          </a:p>
          <a:p>
            <a:r>
              <a:rPr lang="en-US" dirty="0"/>
              <a:t>So we mixed two things: the fun of arcade games, and the power of data.</a:t>
            </a:r>
            <a:endParaRPr lang="en-US" dirty="0"/>
          </a:p>
          <a:p>
            <a:r>
              <a:rPr lang="en-US" dirty="0"/>
              <a:t>Now you can save scores, compare players, and see your progress.</a:t>
            </a:r>
            <a:endParaRPr lang="en-US" dirty="0"/>
          </a:p>
          <a:p>
            <a:r>
              <a:rPr lang="en-US" dirty="0"/>
              <a:t>We built it in three steps. V1 was only the game in Pygame. V2 added login and scores. V3 is the full stack: API, database, and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1:45 – 2:45  (60s)</a:t>
            </a:r>
            <a:endParaRPr lang="en-US" dirty="0"/>
          </a:p>
          <a:p>
            <a:r>
              <a:rPr lang="en-US" dirty="0"/>
              <a:t>This is our technology. We use Python and Pygame for the game. It is fast and good for 2D.</a:t>
            </a:r>
            <a:endParaRPr lang="en-US" dirty="0"/>
          </a:p>
          <a:p>
            <a:r>
              <a:rPr lang="en-US" dirty="0"/>
              <a:t>With Pygbag, the game runs in the browser. No install needed.</a:t>
            </a:r>
            <a:endParaRPr lang="en-US" dirty="0"/>
          </a:p>
          <a:p>
            <a:r>
              <a:rPr lang="en-US" dirty="0"/>
              <a:t>For the backend, we use Django Ninja. It gives automatic API docs and data checking.</a:t>
            </a:r>
            <a:endParaRPr lang="en-US" dirty="0"/>
          </a:p>
          <a:p>
            <a:r>
              <a:rPr lang="en-US" dirty="0"/>
              <a:t>We store data in PostgreSQL 15. It is strong and ready for production.</a:t>
            </a:r>
            <a:endParaRPr lang="en-US" dirty="0"/>
          </a:p>
          <a:p>
            <a:r>
              <a:rPr lang="en-US" dirty="0"/>
              <a:t>Redis 7 handles the token blacklist and blocks too many requests.</a:t>
            </a:r>
            <a:endParaRPr lang="en-US" dirty="0"/>
          </a:p>
          <a:p>
            <a:r>
              <a:rPr lang="en-US" dirty="0"/>
              <a:t>For login, we made our own JWT system. It uses SHA-256 with a pepper, and token rotation.</a:t>
            </a:r>
            <a:endParaRPr lang="en-US" dirty="0"/>
          </a:p>
          <a:p>
            <a:r>
              <a:rPr lang="en-US" dirty="0"/>
              <a:t>The dashboard is simple JavaScript. No build step.</a:t>
            </a:r>
            <a:endParaRPr lang="en-US" dirty="0"/>
          </a:p>
          <a:p>
            <a:r>
              <a:rPr lang="en-US" dirty="0"/>
              <a:t>And everything runs in four Docker services,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2:45 – 3:45  (60s)</a:t>
            </a:r>
            <a:endParaRPr lang="en-US" dirty="0"/>
          </a:p>
          <a:p>
            <a:r>
              <a:rPr lang="en-US" dirty="0"/>
              <a:t>Here is some code. Top left: the JWT token. We create a token with the user id and a 24-hour timer.</a:t>
            </a:r>
            <a:endParaRPr lang="en-US" dirty="0"/>
          </a:p>
          <a:p>
            <a:r>
              <a:rPr lang="en-US" dirty="0"/>
              <a:t>Below: the security facade. Before we send data, we remove secret keys like password and token. This is extra safety.</a:t>
            </a:r>
            <a:endParaRPr lang="en-US" dirty="0"/>
          </a:p>
          <a:p>
            <a:r>
              <a:rPr lang="en-US" dirty="0"/>
              <a:t>On the right: the player in the game. It has a sprite, a speed, five lives, a shield, and a special attack.</a:t>
            </a:r>
            <a:endParaRPr lang="en-US" dirty="0"/>
          </a:p>
          <a:p>
            <a:r>
              <a:rPr lang="en-US" dirty="0"/>
              <a:t>And the API endpoint. A user with a token sends their score and level, and we save the game session.</a:t>
            </a:r>
            <a:endParaRPr lang="en-US" dirty="0"/>
          </a:p>
          <a:p>
            <a:r>
              <a:rPr lang="en-US" dirty="0"/>
              <a:t>Simple, safe, and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3:45 – 4:15  (30s)</a:t>
            </a:r>
            <a:endParaRPr lang="en-US" dirty="0"/>
          </a:p>
          <a:p>
            <a:r>
              <a:rPr lang="en-US" dirty="0"/>
              <a:t>This is how it works together. Nginx is the front door on port 80.</a:t>
            </a:r>
            <a:endParaRPr lang="en-US" dirty="0"/>
          </a:p>
          <a:p>
            <a:r>
              <a:rPr lang="en-US" dirty="0"/>
              <a:t>It sends /api to Django, /wasm to the game, and /dashboard to the web app.</a:t>
            </a:r>
            <a:endParaRPr lang="en-US" dirty="0"/>
          </a:p>
          <a:p>
            <a:r>
              <a:rPr lang="en-US" dirty="0"/>
              <a:t>The dashboard gets data from the API with a token. Django talks to PostgreSQL and Redis.</a:t>
            </a:r>
            <a:endParaRPr lang="en-US" dirty="0"/>
          </a:p>
          <a:p>
            <a:r>
              <a:rPr lang="en-US" dirty="0"/>
              <a:t>Four containers.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4:15 – 5:05  (50s)</a:t>
            </a:r>
            <a:endParaRPr lang="en-US" dirty="0"/>
          </a:p>
          <a:p>
            <a:r>
              <a:rPr lang="en-US" dirty="0"/>
              <a:t>We worked in six phases. Phase 1: a simple game with menu, lives, and collisions.</a:t>
            </a:r>
            <a:endParaRPr lang="en-US" dirty="0"/>
          </a:p>
          <a:p>
            <a:r>
              <a:rPr lang="en-US" dirty="0"/>
              <a:t>Phase 2: login and guest mode. Phase 3: the Django API with PostgreSQL and JWT.</a:t>
            </a:r>
            <a:endParaRPr lang="en-US" dirty="0"/>
          </a:p>
          <a:p>
            <a:r>
              <a:rPr lang="en-US" dirty="0"/>
              <a:t>Phase 4: the dashboard with leaderboard and profiles. Phase 5: Docker, WASM, and tests.</a:t>
            </a:r>
            <a:endParaRPr lang="en-US" dirty="0"/>
          </a:p>
          <a:p>
            <a:r>
              <a:rPr lang="en-US" dirty="0"/>
              <a:t>Phase 6: more features like shield, sound, and keybindings.</a:t>
            </a:r>
            <a:endParaRPr lang="en-US" dirty="0"/>
          </a:p>
          <a:p>
            <a:r>
              <a:rPr lang="en-US" dirty="0"/>
              <a:t>Some numbers: 85 commits, about 32 thousand lines of code, 68 Python files, 19 test suites, 4 Docker services, 8 characters, and 30 levels in 6 worlds.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5:05 – 6:05  (60s)</a:t>
            </a:r>
            <a:endParaRPr lang="en-US" dirty="0"/>
          </a:p>
          <a:p>
            <a:r>
              <a:rPr lang="en-US" dirty="0"/>
              <a:t>We had five big challenges.</a:t>
            </a:r>
            <a:endParaRPr lang="en-US" dirty="0"/>
          </a:p>
          <a:p>
            <a:r>
              <a:rPr lang="en-US" dirty="0"/>
              <a:t>One: the game had to talk to the API with tokens. We made a special API client with retry and offline mode.</a:t>
            </a:r>
            <a:endParaRPr lang="en-US" dirty="0"/>
          </a:p>
          <a:p>
            <a:r>
              <a:rPr lang="en-US" dirty="0"/>
              <a:t>Two: security. We protected against XSS, IDOR, and brute-force. We used a security facade, middleware, rate limiting, and data checking.</a:t>
            </a:r>
            <a:endParaRPr lang="en-US" dirty="0"/>
          </a:p>
          <a:p>
            <a:r>
              <a:rPr lang="en-US" dirty="0"/>
              <a:t>Three: the game states. Menu, login, play, pause, game over, leaderboard. We wrote them clearly in the code.</a:t>
            </a:r>
            <a:endParaRPr lang="en-US" dirty="0"/>
          </a:p>
          <a:p>
            <a:r>
              <a:rPr lang="en-US" dirty="0"/>
              <a:t>Four: the WebAssembly build with Pygbag. We used a special Dockerfile and a shared volume.</a:t>
            </a:r>
            <a:endParaRPr lang="en-US" dirty="0"/>
          </a:p>
          <a:p>
            <a:r>
              <a:rPr lang="en-US" dirty="0"/>
              <a:t>Five: the tests. We wrote 19 test suites for auth, API, security, and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6:05 – 6:45  (40s)</a:t>
            </a:r>
            <a:endParaRPr lang="en-US" dirty="0"/>
          </a:p>
          <a:p>
            <a:r>
              <a:rPr lang="en-US" dirty="0"/>
              <a:t>What did we learn? Good things: the modular design let us work at the same time.</a:t>
            </a:r>
            <a:endParaRPr lang="en-US" dirty="0"/>
          </a:p>
          <a:p>
            <a:r>
              <a:rPr lang="en-US" dirty="0"/>
              <a:t>Clean commits gave a clean history. Docker removed the 'it works on my computer' problem. Django Ninja gave free docs and checks.</a:t>
            </a:r>
            <a:endParaRPr lang="en-US" dirty="0"/>
          </a:p>
          <a:p>
            <a:r>
              <a:rPr lang="en-US" dirty="0"/>
              <a:t>What we would change: use Docker from day one. Write more tests early. Maybe use React or Vue for the dashboard. And add multiplayer sooner.</a:t>
            </a:r>
            <a:endParaRPr lang="en-US" dirty="0"/>
          </a:p>
          <a:p>
            <a:r>
              <a:rPr lang="en-US" dirty="0"/>
              <a:t>The best technical parts were the JWT system, the WASM build, and the security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6:45 – 7:15  (30s)</a:t>
            </a:r>
            <a:endParaRPr lang="en-US" dirty="0"/>
          </a:p>
          <a:p>
            <a:r>
              <a:rPr lang="en-US" dirty="0"/>
              <a:t>What is next after the MVP? Our V3 plan:</a:t>
            </a:r>
            <a:endParaRPr lang="en-US" dirty="0"/>
          </a:p>
          <a:p>
            <a:r>
              <a:rPr lang="en-US" dirty="0"/>
              <a:t>a story mode with cinematics. New worlds like Lava and Ice. Local multiplayer on one screen.</a:t>
            </a:r>
            <a:endParaRPr lang="en-US" dirty="0"/>
          </a:p>
          <a:p>
            <a:r>
              <a:rPr lang="en-US" dirty="0"/>
              <a:t>Power-ups. Bosses at the end of each world. Daily quests. And a live leaderboard with WebSockets.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7:15 – 7:45  (30s)</a:t>
            </a:r>
            <a:endParaRPr lang="en-US" dirty="0"/>
          </a:p>
          <a:p>
            <a:r>
              <a:rPr lang="en-US" dirty="0"/>
              <a:t>Now, a quick demo. This is the main menu. You can play as guest or log in.</a:t>
            </a:r>
            <a:endParaRPr lang="en-US" dirty="0"/>
          </a:p>
          <a:p>
            <a:r>
              <a:rPr lang="en-US" dirty="0"/>
              <a:t>Here you choose your character. Eight characters. Then you choose a level, by world.</a:t>
            </a:r>
            <a:endParaRPr lang="en-US" dirty="0"/>
          </a:p>
          <a:p>
            <a:r>
              <a:rPr lang="en-US" dirty="0"/>
              <a:t>In the game you see the score, the lives, and the shield. Game over shows the top 20 leaderboard.</a:t>
            </a:r>
            <a:endParaRPr lang="en-US" dirty="0"/>
          </a:p>
          <a:p>
            <a:r>
              <a:rPr lang="en-US" dirty="0"/>
              <a:t>The dashboard updates in real time. And the API docs are automatic, on /api/docs.</a:t>
            </a:r>
            <a:endParaRPr lang="en-US" dirty="0"/>
          </a:p>
          <a:p>
            <a:r>
              <a:rPr lang="en-US" dirty="0"/>
              <a:t>One command: docker compose up. Then open localhost.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  |  7:45 – 8:00  (15s)</a:t>
            </a:r>
            <a:endParaRPr lang="en-US" dirty="0"/>
          </a:p>
          <a:p>
            <a:r>
              <a:rPr lang="en-US" dirty="0"/>
              <a:t>So, this is ARCAD3X. Full-stack, 19 test suites, 4 Docker services, JWT security, and WASM ready.</a:t>
            </a:r>
            <a:endParaRPr lang="en-US" dirty="0"/>
          </a:p>
          <a:p>
            <a:r>
              <a:rPr lang="en-US" dirty="0"/>
              <a:t>The code is on GitHub. Thank you very much. I am happy to answer your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ARCAD3X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 Analytics Platform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SI3LN — Space Invaders III Last Night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Ramos  •  Mélissa Sbibih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Holberton School France — SI3LN Python Cohort</a:t>
            </a:r>
            <a:endParaRPr lang="en-US" sz="1400" dirty="0"/>
          </a:p>
        </p:txBody>
      </p:sp>
      <p:sp>
        <p:nvSpPr>
          <p:cNvPr id="20" name="Cue Strip"/>
          <p:cNvSpPr/>
          <p:nvPr/>
        </p:nvSpPr>
        <p:spPr>
          <a:xfrm>
            <a:off x="731520" y="44439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3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Hugo → ARCAD3X = arcade + data tracking → Space Invaders 3 → 8-min full-stack demo</a:t>
            </a:r>
            <a:endParaRPr lang="en-US" sz="1100" i="1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&amp; Project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023360" cy="182880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54864" cy="16459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070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Hugo Ramos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72768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Game Developer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Gameplay, visuals, optimization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deployment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182880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54864" cy="1645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070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Mélissa Sbibih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Game Developer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data flow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testing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200400"/>
            <a:ext cx="8412480" cy="137160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291840"/>
            <a:ext cx="54864" cy="118872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31012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The Project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367588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arcade game (Space Invaders style)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REST API with JWT auth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analytics dashboard — all via Docker Compose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Inspiration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9728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54864" cy="91440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070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Problem Identified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727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 = fun, but ephemeral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score history · no player comparison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8412480" cy="109728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468880"/>
            <a:ext cx="54864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871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Solution Proposed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85292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 fun + analytics introspection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scores · compare players · visualize progress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</a:t>
            </a:r>
            <a:pPr indent="0" marL="0">
              <a:buNone/>
            </a:pPr>
            <a:r>
              <a:rPr lang="en-US" sz="16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Only (Pygame)  →  </a:t>
            </a:r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</a:t>
            </a:r>
            <a:pPr indent="0" marL="0">
              <a:buNone/>
            </a:pPr>
            <a:r>
              <a:rPr lang="en-US" sz="16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Auth + Scores  →  </a:t>
            </a:r>
            <a:pPr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</a:t>
            </a:r>
            <a:pPr indent="0" marL="0">
              <a:buNone/>
            </a:pPr>
            <a:r>
              <a:rPr lang="en-US" sz="16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API + DB + Dashboard (Full-Stack)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Technology &amp;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54864" cy="5943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Pygame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27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prototyping, 2D ecosystem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05740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075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Pygbag (WASM)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441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Pygame in browser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71800"/>
            <a:ext cx="54864" cy="5943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990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Ninja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33558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OpenAPI docs, Pydantic validation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37947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88620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42702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Production-ready, MVCC concurrency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0515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1143000"/>
            <a:ext cx="54864" cy="5943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937760" y="1527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blacklist, rate limiting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19659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05740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0756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JWT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937760" y="2441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+ pepper, token rotation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28803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2971800"/>
            <a:ext cx="54864" cy="5943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2990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 SPA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937760" y="33558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step, modular architecture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754880" y="3794760"/>
            <a:ext cx="4023360" cy="7772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3886200"/>
            <a:ext cx="54864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4937760" y="3904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937760" y="42702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services, one command to launch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Core Algorithms &amp; Code Snippets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16459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54864" cy="14630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JWT Token Creation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27048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create_token(user_id, username):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payload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"user_id": user_id,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"exp": utcnow() + timedelta(hours=24),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return jwt.encode(payload, SECRET_KEY, "HS256")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023360" cy="16459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54864" cy="1463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Security Facade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527048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ApiFacade: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SENSITIVE = {"password", "token", "secret"}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@staticmethod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def sanitize(data: dict):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return {k: v for k, v in data.items()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if k.lower() not in SENSITIVE}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023360" cy="16459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971800"/>
            <a:ext cx="54864" cy="146304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990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Player Entity (Pygame)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3355848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Player(Sprite):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def __init__(self, x, y, char_idx=0):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self.image = load_char(char_idx)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self.speed = PLAYER_SPEED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self.lives = MAX_LIVES  #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self.shield =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self.special_attack = 0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2880360"/>
            <a:ext cx="4023360" cy="16459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971800"/>
            <a:ext cx="54864" cy="146304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990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API Endpoint (Ninja)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37760" y="3355848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@router.post("/sessions", auth=JWTAuth())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create_session(request, data: ScoreIn):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session = GameSession.objects.create(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player=request.auth,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score=data.score,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level=data.level_reached,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return {"id": session.id}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Docker Architecture — 4 Services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0" y="1188720"/>
            <a:ext cx="1828800" cy="82296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0" y="11887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2743200"/>
            <a:ext cx="2011680" cy="822960"/>
          </a:xfrm>
          <a:prstGeom prst="rect">
            <a:avLst/>
          </a:prstGeom>
          <a:solidFill>
            <a:srgbClr val="E9456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API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0"/>
            <a:ext cx="2011680" cy="822960"/>
          </a:xfrm>
          <a:prstGeom prst="rect">
            <a:avLst/>
          </a:prstGeom>
          <a:solidFill>
            <a:srgbClr val="533483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Pygbag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2743200"/>
            <a:ext cx="2011680" cy="822960"/>
          </a:xfrm>
          <a:prstGeom prst="rect">
            <a:avLst/>
          </a:prstGeom>
          <a:solidFill>
            <a:srgbClr val="0D9488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27432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931920"/>
            <a:ext cx="2011680" cy="822960"/>
          </a:xfrm>
          <a:prstGeom prst="rect">
            <a:avLst/>
          </a:prstGeom>
          <a:solidFill>
            <a:srgbClr val="F9E795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:5432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3931920"/>
            <a:ext cx="2011680" cy="822960"/>
          </a:xfrm>
          <a:prstGeom prst="rect">
            <a:avLst/>
          </a:prstGeom>
          <a:solidFill>
            <a:srgbClr val="F9E795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:6379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1280160"/>
            <a:ext cx="3108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8BA3"/>
                </a:solidFill>
              </a:rPr>
              <a:t>Nginx → Django (/api)    </a:t>
            </a:r>
            <a:pPr indent="0" marL="0">
              <a:buNone/>
            </a:pPr>
            <a:r>
              <a:rPr lang="en-US" sz="1100" dirty="0">
                <a:solidFill>
                  <a:srgbClr val="8B8BA3"/>
                </a:solidFill>
              </a:rPr>
              <a:t>Nginx → Pygbag (/wasm)    </a:t>
            </a:r>
            <a:pPr indent="0" marL="0">
              <a:buNone/>
            </a:pPr>
            <a:r>
              <a:rPr lang="en-US" sz="1100" dirty="0">
                <a:solidFill>
                  <a:srgbClr val="8B8BA3"/>
                </a:solidFill>
              </a:rPr>
              <a:t>Nginx → Dashboard (/dashboard)</a:t>
            </a:r>
            <a:pPr indent="0" marL="0">
              <a:buNone/>
            </a:pPr>
            <a:r>
              <a:rPr lang="en-US" sz="1100" dirty="0">
                <a:solidFill>
                  <a:srgbClr val="8B8BA3"/>
                </a:solidFill>
              </a:rPr>
              <a:t>Dashboard → API (fetch + JWT)    </a:t>
            </a:r>
            <a:pPr indent="0" marL="0">
              <a:buNone/>
            </a:pPr>
            <a:r>
              <a:rPr lang="en-US" sz="1100" dirty="0">
                <a:solidFill>
                  <a:srgbClr val="8B8BA3"/>
                </a:solidFill>
              </a:rPr>
              <a:t>Django → PostgreSQL    </a:t>
            </a:r>
            <a:pPr indent="0" marL="0">
              <a:buNone/>
            </a:pPr>
            <a:r>
              <a:rPr lang="en-US" sz="1100" dirty="0">
                <a:solidFill>
                  <a:srgbClr val="8B8BA3"/>
                </a:solidFill>
              </a:rPr>
              <a:t>Django → Redis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Process, Collaboration &amp;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24712"/>
            <a:ext cx="365760" cy="3657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051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MVP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Pygame: menu, gameplay, lives, collisions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69164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691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16184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Auth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1892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(SHA-256), guest mode, JSON scores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258568"/>
            <a:ext cx="365760" cy="3657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258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18541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API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2459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Ninja API, PostgreSQL, JWT, CRUD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825496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825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275234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Dashboard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3026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vanilla JS, leaderboard, profiles, i18n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3392424"/>
            <a:ext cx="365760" cy="36576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33192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Docker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593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4 services, Pygbag WASM, tests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959352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3886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Features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44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Bootcamp, shield, SFX, keybindings, HUD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52160" y="1051560"/>
            <a:ext cx="2926080" cy="32918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52160" y="1143000"/>
            <a:ext cx="54864" cy="310896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31" name="Text 29"/>
          <p:cNvSpPr/>
          <p:nvPr/>
        </p:nvSpPr>
        <p:spPr>
          <a:xfrm>
            <a:off x="6035040" y="116128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Project Stats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035040" y="1527048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commits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~32K lines of code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Python files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test suites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Docker services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playable characters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levels (6 worlds)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Challenges Overcome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11887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54864" cy="10058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Game ↔ API Communication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270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Pygame ↔ REST API over HTTP + JWT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api_client.py — tokens, retry, offline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023360" cy="11887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54864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Security (XSS, IDOR, Brute-force)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5270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Threats: XSS · IDOR · brute-force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Facade (2 layers) + middleware + Redis limit + Pydantic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423160"/>
            <a:ext cx="4023360" cy="11887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514600"/>
            <a:ext cx="54864" cy="100584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Game State Machine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28986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states: Menu→Auth→Select→Play→Pause→Over→Board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explicit state machine in game.py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2423160"/>
            <a:ext cx="4023360" cy="11887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514600"/>
            <a:ext cx="54864" cy="100584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WebAssembly Deployment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37760" y="28986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Pygame → WASM via Pygbag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dedicated Dockerfile + shared volume w/ Nginx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94560" y="3794760"/>
            <a:ext cx="4754880" cy="91440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194560" y="3886200"/>
            <a:ext cx="54864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23" name="Text 21"/>
          <p:cNvSpPr/>
          <p:nvPr/>
        </p:nvSpPr>
        <p:spPr>
          <a:xfrm>
            <a:off x="2377440" y="39044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Full-Stack Test Coverage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377440" y="42702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test suites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API · security · E2E · perf · edge cases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14630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54864" cy="1280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What Worked Well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270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architecture → parallel work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Commits → clean history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→ zero "works on my machine"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Ninja → auto docs + validation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023360" cy="146304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54864" cy="12801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What We'd Change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5270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from day 1 (not just Phase 5)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 tests from the start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React/Vue for dashboard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multiplayer sooner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743200"/>
            <a:ext cx="8412480" cy="16459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834640"/>
            <a:ext cx="54864" cy="146304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85292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Key Technical Learnings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3218688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with rotation, blacklisting, and pepper-based hashing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Pygbag/WASM compilation pipeline for Pygame in the browser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Ninja ORM + Pydantic validation = rapid, type-safe API development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pattern for defense-in-depth security architecture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orchestration of 5 independent services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 — Post MVP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640080" cy="3200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972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game, menu, lives, collisions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554480"/>
            <a:ext cx="64008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5544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5087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profiles, 8 characters, 30 levels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640080" cy="320040"/>
          </a:xfrm>
          <a:prstGeom prst="rect">
            <a:avLst/>
          </a:prstGeom>
          <a:solidFill>
            <a:srgbClr val="F9E795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0116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PostgreSQL, JWT, CRUD, security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2468880"/>
            <a:ext cx="640080" cy="32004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2423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SPA, leaderboard, i18n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640080" cy="3200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926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WASM, 19 test suites, Swagger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3383280"/>
            <a:ext cx="640080" cy="3200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3832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Bootcamp, shield, SFX, keybindings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3474720" cy="347472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1143000"/>
            <a:ext cx="54864" cy="32918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1161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V3.0 Roadmap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86400" y="1527048"/>
            <a:ext cx="3108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mode with cinematics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worlds (Lava, Ice)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multiplayer (shared screen)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Power-ups (life, speed, multishot)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End-of-world bosses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quest system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live leaderboard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768096"/>
          </a:xfrm>
          <a:prstGeom prst="rect">
            <a:avLst/>
          </a:prstGeom>
          <a:solidFill>
            <a:srgbClr val="16163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200400"/>
          </a:xfrm>
          <a:prstGeom prst="rect">
            <a:avLst/>
          </a:prstGeom>
          <a:solidFill>
            <a:srgbClr val="161630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43000"/>
            <a:ext cx="54864" cy="30175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612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Demo Highlights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1527048"/>
            <a:ext cx="8046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 → START (guest) vs CONTINUE (login)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Selection → 8 playable characters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Selection → Grid by world (5 levels each, 6 worlds)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Gameplay → Fluid controls, collisions, HUD (score/lives/shield)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Over → Score display + Top 20 leaderboard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→ Real-time leaderboard, player profiles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Docs → Auto-generated Swagger UI on /api/docs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 → http://localhost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github.com/hugou74130/SI3LN_Python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pPr algn="ctr" indent="0" marL="0">
              <a:buNone/>
            </a:pPr>
            <a:r>
              <a:rPr lang="en-US" sz="16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Test Suites</a:t>
            </a:r>
            <a:pPr algn="ctr" indent="0" marL="0">
              <a:buNone/>
            </a:pPr>
            <a:r>
              <a:rPr lang="en-US" sz="16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Docker Services</a:t>
            </a:r>
            <a:pPr algn="ctr" indent="0" marL="0">
              <a:buNone/>
            </a:pPr>
            <a:r>
              <a:rPr lang="en-US" sz="16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Security</a:t>
            </a:r>
            <a:pPr algn="ctr" indent="0" marL="0">
              <a:buNone/>
            </a:pPr>
            <a:r>
              <a:rPr lang="en-US" sz="16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WASM Ready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Hugo Ramos  •  Mélissa Sbibih  —  Holberton School France</a:t>
            </a:r>
            <a:endParaRPr lang="en-US" sz="1400" dirty="0"/>
          </a:p>
        </p:txBody>
      </p:sp>
      <p:sp>
        <p:nvSpPr>
          <p:cNvPr id="20" name="Cue Strip"/>
          <p:cNvSpPr/>
          <p:nvPr/>
        </p:nvSpPr>
        <p:spPr>
          <a:xfrm>
            <a:off x="731520" y="3155696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3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recap badges → “code on GitHub — thank you” → invite questions</a:t>
            </a:r>
            <a:endParaRPr lang="en-US" sz="1100" i="1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73152"/>
          </a:xfrm>
          <a:prstGeom prst="rect">
            <a:avLst/>
          </a:prstGeom>
          <a:solidFill>
            <a:srgbClr val="E9456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ARCAD3X — Arcade Analytics Platform</dc:title>
  <dc:subject>PptxGenJS Presentation</dc:subject>
  <dc:creator>Hugo Ramos</dc:creator>
  <cp:lastModifiedBy>Hugo Ramos</cp:lastModifiedBy>
  <cp:revision>1</cp:revision>
  <dcterms:created xsi:type="dcterms:W3CDTF">2026-06-27T10:48:57Z</dcterms:created>
  <dcterms:modified xsi:type="dcterms:W3CDTF">2026-06-27T10:48:57Z</dcterms:modified>
</cp:coreProperties>
</file>