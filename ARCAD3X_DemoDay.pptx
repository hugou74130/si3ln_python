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ARCAD3X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 Analytics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SI3LN — Space Invaders III Last Night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Ramos  •  Mélissa Sbibih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Holberton School France — SI3LN Python Cohort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&amp; 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82880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645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Hugo Ramos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Game Developer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Gameplay, visuals, optimization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82880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Mélissa Sbibih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Game Developer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flow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testing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91840"/>
            <a:ext cx="54864" cy="1188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10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The Project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67588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gaming ecosystem: 2D arcade game (Space Invaders style) + secure REST API with auth + web analytics dashboard — all orchestrated with Docker Compose.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Inspiration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Problem Identified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arcade games offer an ephemeral experience — no performance tracking, no history, no player comparison.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109728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688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871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Solution Proposed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the excitement of arcade gaming with the introspection of analytics — track scores, compare players, visualize progress.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</a:t>
            </a:r>
            <a:pPr indent="0" marL="0">
              <a:buNone/>
            </a:pPr>
            <a:r>
              <a:rPr lang="en-US" sz="16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Only (Pygame)  →  </a:t>
            </a:r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</a:t>
            </a:r>
            <a:pPr indent="0" marL="0">
              <a:buNone/>
            </a:pPr>
            <a:r>
              <a:rPr lang="en-US" sz="16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Auth + Scores  →  </a:t>
            </a:r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</a:t>
            </a:r>
            <a:pPr indent="0" marL="0">
              <a:buNone/>
            </a:pPr>
            <a:r>
              <a:rPr lang="en-US" sz="16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API + DB + Dashboard (Full-Stack)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7772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Pygame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prototyping, 2D ecosystem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23360" cy="7772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Pygbag (WASM)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441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Pygame in browser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023360" cy="7772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54864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Ninja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55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OpenAPI docs, Pydantic 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023360" cy="7772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8620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04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MVCC concurrency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023360" cy="7772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43000"/>
            <a:ext cx="54864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1527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blacklist, rate limiting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965960"/>
            <a:ext cx="4023360" cy="7772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5740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JWT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2441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pepper, token rotation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023360" cy="7772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71800"/>
            <a:ext cx="54864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SPA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7760" y="3355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step, modular architecture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4023360" cy="7772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88620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904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3776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services, one command to launch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Algorithms &amp; Code Snippets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6459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1463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JWT Token Creation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create_token(user_id, username):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payload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"user_id": user_id,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"exp": utcnow() + timedelta(hours=24),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jwt.encode(payload, SECRET_KEY, "HS256")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6459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Security Facade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ApiFacade: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SENSITIVE = {"password", "token", "secret"}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@staticmethod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def sanitize(data: dict):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return {k: v for k, v in data.items()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if k.lower() not in SENSITIVE}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023360" cy="16459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54864" cy="14630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Player Entity (Pygame)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55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Player(Sprite):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def __init__(self, x, y, char_idx=0):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self.image = load_char(char_idx)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self.speed = PLAYER_SPEED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self.lives = MAX_LIVES  #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self.shield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self.special_attack = 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023360" cy="16459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54864" cy="146304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API Endpoint (Ninja)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@router.post("/sessions", auth=JWTAuth())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create_session(request, data: ScoreIn):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session = GameSession.objects.create(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player=request.auth,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score=data.score,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level=data.level_reached,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{"id": session.id}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Architecture — 5 Services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1828800" cy="8229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0" y="1188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2011680" cy="82296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2011680" cy="822960"/>
          </a:xfrm>
          <a:prstGeom prst="rect">
            <a:avLst/>
          </a:prstGeom>
          <a:solidFill>
            <a:srgbClr val="53348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Pygbag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743200"/>
            <a:ext cx="201168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2011680" cy="822960"/>
          </a:xfrm>
          <a:prstGeom prst="rect">
            <a:avLst/>
          </a:prstGeom>
          <a:solidFill>
            <a:srgbClr val="F9E79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931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:5432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931920"/>
            <a:ext cx="2011680" cy="822960"/>
          </a:xfrm>
          <a:prstGeom prst="rect">
            <a:avLst/>
          </a:prstGeom>
          <a:solidFill>
            <a:srgbClr val="F9E79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3931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:6379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1280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Nginx → Django (/api)    </a:t>
            </a:r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Nginx → Pygbag (/wasm)    </a:t>
            </a:r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Nginx → Dashboard (/dashboard)</a:t>
            </a:r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Dashboard → API (fetch + JWT)    </a:t>
            </a:r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Django → PostgreSQL    </a:t>
            </a:r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Django → Redis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Process, Collaboration &amp;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24712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Pygame: menu, gameplay, lives, collisions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Auth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(SHA-256), guest mode, JSON scores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1854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459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Ninja API, PostgreSQL, JWT, CRUD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752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026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vanilla JS, leaderboard, profiles, i18n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Docker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593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5 services, Pygbag WASM, tests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593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Features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Bootcamp, shield, SFX, keybindings, HUD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52160" y="1051560"/>
            <a:ext cx="2926080" cy="32918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1143000"/>
            <a:ext cx="54864" cy="310896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Project Stats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35040" y="1527048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commits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~220K lines of code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 Python files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 suites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Docker services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playable characters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levels (5 worlds)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Overcome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1887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Game ↔ API Communication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client ↔ REST API via HTTP + JWT. Solution: dedicated api_client.py with token management, retry, offline fallback.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1887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Security (XSS, IDOR, Brute-force)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Security Facade (2 layers) + Django middleware + Redis rate limiting + Pydantic validation.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023360" cy="11887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14600"/>
            <a:ext cx="54864" cy="10058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Game State Machine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transitions: Menu → Auth → Select → Play → Pause → Game Over → Leaderboard. Solution: explicit states in game.py.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11887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514600"/>
            <a:ext cx="54864" cy="100584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WebAssembly Deployment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8986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Pygame to WASM via Pygbag. Solution: dedicated Dockerfile + shared volume with Nginx.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3794760"/>
            <a:ext cx="4754880" cy="91440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94560" y="3886200"/>
            <a:ext cx="54864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3904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Full-Stack Test Coverage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77440" y="42702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18 test suites — auth, API, security, E2E, performance, edge cases.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4630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Worked Well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→ parallel work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→ clean history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→ zero "works on my machine"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Ninja → auto docs +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46304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54864" cy="1280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What We'd Change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from day 1 (not just Phase 5)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unit tests from the start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React/Vue for dashboard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multiplayer sooner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8412480" cy="16459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54864" cy="14630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529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Key Technical Learnings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21868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rotation, blacklisting, and pepper-based hashing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Pygbag/WASM compilation pipeline for Pygame in the browser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Ninja ORM + Pydantic validation = rapid, type-safe API development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pattern for defense-in-depth security architecture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 of 5 independent services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— Post MVP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4008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game, menu, lives, collisions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54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profiles, 8 characters, 25 levels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640080" cy="32004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PostgreSQL, JWT, CRUD, security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640080" cy="32004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SPA, leaderboard, i18n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64008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WASM, 18 test suites, Swagger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64008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83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Bootcamp, shield, SFX, keybindings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1051560"/>
            <a:ext cx="3474720" cy="347472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1143000"/>
            <a:ext cx="54864" cy="3291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V3.0 Roadmap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1527048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mode with cinematics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worlds (Lava, Ice)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multiplayer (shared screen)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Power-ups (life, speed, multishot)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End-of-world bosses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quest system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leaderboard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68096"/>
          </a:xfrm>
          <a:prstGeom prst="rect">
            <a:avLst/>
          </a:prstGeom>
          <a:solidFill>
            <a:srgbClr val="1616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3200400"/>
          </a:xfrm>
          <a:prstGeom prst="rect">
            <a:avLst/>
          </a:prstGeom>
          <a:solidFill>
            <a:srgbClr val="16163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3017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Demo Highlights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→ START (guest) vs CONTINUE (login)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Selection → 8 playable characters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Selection → Grid by world (5 levels each)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→ Fluid controls, collisions, HUD (score/lives/shield)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→ Score display + Top 20 leaderboard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→ Real-time leaderboard, player profiles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 → Auto-generated Swagger UI on /api/docs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→ http://localhost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github.com/hugou74130/SI3LN_Python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 Suites</a:t>
            </a:r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Docker Services</a:t>
            </a:r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Ready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Ramos  •  Mélissa Sbibih  —  Holberton School France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ARCAD3X — Arcade Analytics Platform</dc:title>
  <dc:subject>PptxGenJS Presentation</dc:subject>
  <dc:creator>Hugo Ramos</dc:creator>
  <cp:lastModifiedBy>Hugo Ramos</cp:lastModifiedBy>
  <cp:revision>1</cp:revision>
  <dcterms:created xsi:type="dcterms:W3CDTF">2026-06-27T10:48:57Z</dcterms:created>
  <dcterms:modified xsi:type="dcterms:W3CDTF">2026-06-27T10:48:57Z</dcterms:modified>
</cp:coreProperties>
</file>